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Supply Chain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Intelligence Assistant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· LangGraph · Hybrid Retrieval · Explainable Mitigation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611880"/>
            <a:ext cx="1280160" cy="256032"/>
          </a:xfrm>
          <a:prstGeom prst="rect">
            <a:avLst/>
          </a:prstGeom>
          <a:solidFill>
            <a:srgbClr val="0D9488">
              <a:alpha val="30000"/>
            </a:srgbClr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FastAPI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47088" y="3611880"/>
            <a:ext cx="1280160" cy="256032"/>
          </a:xfrm>
          <a:prstGeom prst="rect">
            <a:avLst/>
          </a:prstGeom>
          <a:solidFill>
            <a:srgbClr val="0D9488">
              <a:alpha val="30000"/>
            </a:srgbClr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7088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36976" y="3611880"/>
            <a:ext cx="1280160" cy="256032"/>
          </a:xfrm>
          <a:prstGeom prst="rect">
            <a:avLst/>
          </a:prstGeom>
          <a:solidFill>
            <a:srgbClr val="0D9488">
              <a:alpha val="30000"/>
            </a:srgbClr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6976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Chroma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959352"/>
            <a:ext cx="1280160" cy="256032"/>
          </a:xfrm>
          <a:prstGeom prst="rect">
            <a:avLst/>
          </a:prstGeom>
          <a:solidFill>
            <a:srgbClr val="0D9488">
              <a:alpha val="30000"/>
            </a:srgbClr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593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BM25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47088" y="3959352"/>
            <a:ext cx="1280160" cy="256032"/>
          </a:xfrm>
          <a:prstGeom prst="rect">
            <a:avLst/>
          </a:prstGeom>
          <a:solidFill>
            <a:srgbClr val="0D9488">
              <a:alpha val="30000"/>
            </a:srgbClr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47088" y="39593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OpenAI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36976" y="3959352"/>
            <a:ext cx="1280160" cy="256032"/>
          </a:xfrm>
          <a:prstGeom prst="rect">
            <a:avLst/>
          </a:prstGeom>
          <a:solidFill>
            <a:srgbClr val="0D9488">
              <a:alpha val="30000"/>
            </a:srgbClr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6976" y="39593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DeepEval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974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1143000"/>
            <a:ext cx="71323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1143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Signals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95728"/>
            <a:ext cx="242316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scattered across procurement, warehouses, logistics &amp; vendor reports — no unified view.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697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87952" y="1143000"/>
            <a:ext cx="713232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143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19933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395728"/>
            <a:ext cx="242316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 fire after the fact. Manual investigation consumes hours per incident.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96012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960120"/>
            <a:ext cx="26974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2592" y="1143000"/>
            <a:ext cx="713232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2592" y="1143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72200" y="19933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395728"/>
            <a:ext cx="242316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alerts give no mitigation path, owner, or timeframe — teams don't know what to do next.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supply chain intelligence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 — no SQL, no dashboards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(BM25 + Chroma) grounds every answer in real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specialist agents: Supplier · Shipment · Inventory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validates quality before the answer reaches you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 scan thresholds every 15 minutes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(thumbs up/down) reweights future retrieval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192024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2801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Coverage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1005840"/>
            <a:ext cx="192024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0" y="12801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9494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834640"/>
            <a:ext cx="192024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84632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834640"/>
            <a:ext cx="192024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94944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9601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601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Guardrails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1325880"/>
            <a:ext cx="7315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960120"/>
            <a:ext cx="96012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9601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(Exact+Semantic)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21992" y="1325880"/>
            <a:ext cx="7315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95144" y="960120"/>
            <a:ext cx="960120" cy="7772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95144" y="9601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(Rewrite+Intent)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55264" y="1325880"/>
            <a:ext cx="7315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8416" y="960120"/>
            <a:ext cx="960120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9601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88536" y="1325880"/>
            <a:ext cx="7315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1688" y="960120"/>
            <a:ext cx="96012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9601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21808" y="1325880"/>
            <a:ext cx="7315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960120"/>
            <a:ext cx="9601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9601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parallel)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1325880"/>
            <a:ext cx="7315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960120"/>
            <a:ext cx="960120" cy="7772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9601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+Judge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88352" y="1325880"/>
            <a:ext cx="7315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61504" y="960120"/>
            <a:ext cx="9601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61504" y="9601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2011680"/>
            <a:ext cx="868680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103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Layer: CSV (100 rows) · Chroma DB · BM25 Index · SQLite (alerts / feedback) · Uploaded Docs (PDF · DOCX · XLSX · URL…)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" y="2514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Escalation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specialists escalate to the supervisor via reducer-merged shared state   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MemorySaver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per-thread conversation memory across calls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LangGraph · Chroma · BM25 · MS-MARCO Reranker · OpenAI Gateway · Groq Fallback · LangSmith Tracing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914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ORCHESTRATOR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+ LLM routing — decides which specialists to invoke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20624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9144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14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SPECIALIST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37760" y="9144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rates, inspection results, lead-time risk, Pydantic output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856232"/>
            <a:ext cx="420624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856232"/>
            <a:ext cx="91440" cy="8229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019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Agent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3134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SPECIALIST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190195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Carrier/route delay hotspots, disruption_index per region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856232"/>
            <a:ext cx="420624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856232"/>
            <a:ext cx="91440" cy="822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9019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Agent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3134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SPECIALIST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37760" y="190195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prediction, demand forecast, reorder signals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43784"/>
            <a:ext cx="420624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43784"/>
            <a:ext cx="9144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895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3009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SYNTHESISER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2889504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Synthesises specialist findings into structured action plan with owner + timeframe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843784"/>
            <a:ext cx="420624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843784"/>
            <a:ext cx="91440" cy="82296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8895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3009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VALIDATOR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37760" y="2889504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rubric: actionable · grounded · prioritised · cited · scored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831336"/>
            <a:ext cx="859536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831336"/>
            <a:ext cx="109728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8770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2885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OUTPUT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560320" y="396849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FinalReport — markdown body + next steps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&amp; RAG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9144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(keyword)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rank-bm25 over CSV records, top-20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527048"/>
            <a:ext cx="502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27048"/>
            <a:ext cx="914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(semantic)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0136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text-embedding-3-small 1536-dim, top-20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85416"/>
            <a:ext cx="502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85416"/>
            <a:ext cx="91440" cy="548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45973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(k=60) — merges both lists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43784"/>
            <a:ext cx="502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43784"/>
            <a:ext cx="9144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Boost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11810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/ −20% score multiplier from thumbs up/down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502152"/>
            <a:ext cx="502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02152"/>
            <a:ext cx="91440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295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 Reranker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77647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reranks to top-k — highest accuracy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502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60520"/>
            <a:ext cx="914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87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Compression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4348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dedup + truncation — reduces token cost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868680"/>
            <a:ext cx="155448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77840" y="1143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1536-dim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77840" y="1874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69480" y="868680"/>
            <a:ext cx="155448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69480" y="1143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69480" y="1874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2697480"/>
            <a:ext cx="155448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77840" y="2971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577840" y="3703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Constant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69480" y="2697480"/>
            <a:ext cx="155448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69480" y="2971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269480" y="3703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 Threshold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978408"/>
            <a:ext cx="11430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97840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4356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(7 features, 15% contamination) — flags multi-feature outliers across defect rate, lead time, shipping time, costs, and stock levels.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8892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0" y="978408"/>
            <a:ext cx="11430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97840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4356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73736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(numeric) + Cramér's V (categorical) — surfaces hidden cross-signal patterns between supplier metrics and shipment delays.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78892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0" y="978408"/>
            <a:ext cx="114300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97840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14356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Intelligence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173736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 + stockout prediction. Reorder signals computed per-SKU with safety-stock buffers.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278892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7280" y="2898648"/>
            <a:ext cx="114300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89864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Disruption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65760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disruption_index per warehouse location. Regional heatmap of delayed shipments, defect rates, and inventory gaps.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788920"/>
            <a:ext cx="278892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23360" y="2898648"/>
            <a:ext cx="11430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289864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365760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runs threshold scans every 15 min. Alerts stored in SQLite, surfaced via GET /api/alerts.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788920"/>
            <a:ext cx="278892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2898648"/>
            <a:ext cx="11430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289864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36208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Reweighting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365760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stored in SQLite → get_boost_map() → RRF score × 1.25 boost or × 0.8 penalty before reranking.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Guardrails &amp; Evaluation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167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· injection patterns · scope filter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29968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66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3408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entity check (supplier/SKU allowlist) · citation verification · PII scrub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79776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816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090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pipeline if Judge &lt; 0.5 quality score (max 1 retry)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29584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29584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566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+ semantic cache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840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exact-match + cosine ≥ 0.93 semantic cache prevents redundant LLM calls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822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(5 Golden Cases)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63440" y="1280160"/>
            <a:ext cx="420624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600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≥ 0.70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17647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grounded in retrieved context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103120"/>
            <a:ext cx="420624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≥ 0.70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25877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query intent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926080"/>
            <a:ext cx="420624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Quality (GEval)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246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≥ 0.70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4107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· Grounded · Prioritised · Risk scored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4297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 python -m scripts.eval   |   Results: GET /api/eval/results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 (10 minutes)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9418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Query Console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http://localhost:5173 — AI-assistant chat UI with sticky input and Recent queries panel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20440" y="941832"/>
            <a:ext cx="82296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9418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 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20624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6868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686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9418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12344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suppliers are creating the most quality risk?" — watch agent pipeline trace: Rewrite → Supervisor → Retrieve → Specialist agents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01000" y="941832"/>
            <a:ext cx="82296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9418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194560"/>
            <a:ext cx="420624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19456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1945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22677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5603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plan with priority actions, owner roles, timeframes, risk score /10, Judge verdict, citations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20440" y="2267712"/>
            <a:ext cx="82296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26771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 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194560"/>
            <a:ext cx="420624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19456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1945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22677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5603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ranking, shipment delay heatmap, inventory stockout prediction, anomaly scores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01000" y="2267712"/>
            <a:ext cx="82296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226771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520440"/>
            <a:ext cx="420624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52044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52044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8680" y="35935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" y="38862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PDF/DOCX — system ingests, chunks, embeds, and immediately includes in retrieval context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20440" y="3593592"/>
            <a:ext cx="82296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35935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 min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520440"/>
            <a:ext cx="420624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52044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52044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49240" y="35935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38862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/api/alerts — live threshold violations: defect rate, delay rate, stockout, anomaly score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01000" y="3593592"/>
            <a:ext cx="82296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1000" y="35935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 min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+ 2 minutes Q&amp;A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Hybrid RAG (BM25 + Chroma + RRF + reranker + feedback boost)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7-node LangGraph pipeline with A2A escalation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IsolationForest anomaly detection + correlation analysis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Proactive APScheduler alerts (supplier / shipment / inventory / anomaly)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Demand forecast + stockout prediction per-SKU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8-page React AI-assistant UI with thumbs up/down feedback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DeepEval harness (3 metrics, 5 golden cases) + /api/eval/results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REST API · render.yaml deployment · DESIGN.md · README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94960" y="2011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94960" y="77724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 (/api/query/stream)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LLM calls in specialists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 + CI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 agents (mid-reasoning analytics)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 chunk deletion from Chroma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PDFs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rate limiting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Supply Chain Risk Intelligence Assistant</dc:title>
  <dc:subject>PptxGenJS Presentation</dc:subject>
  <dc:creator>Supply Chain Risk AI Team</dc:creator>
  <cp:lastModifiedBy>Supply Chain Risk AI Team</cp:lastModifiedBy>
  <cp:revision>1</cp:revision>
  <dcterms:created xsi:type="dcterms:W3CDTF">2026-05-30T12:50:24Z</dcterms:created>
  <dcterms:modified xsi:type="dcterms:W3CDTF">2026-05-30T12:50:24Z</dcterms:modified>
</cp:coreProperties>
</file>
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Supply Chain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Intelligence Assistant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RAG · LangGraph · Hybrid Retrieval · Explainable Mitigation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FastAPI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47088" y="3611880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47088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React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36976" y="3611880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36976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Chroma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959352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395935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BM25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47088" y="3959352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847088" y="395935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OpenAI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36976" y="3959352"/>
            <a:ext cx="1280160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236976" y="395935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DeepEval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960120"/>
            <a:ext cx="269748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353312" y="1143000"/>
            <a:ext cx="713232" cy="7132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53312" y="114300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Signals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95728"/>
            <a:ext cx="242316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data scattered across procurement, warehouses, logistics &amp; vendor reports — no unified view.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00400" y="960120"/>
            <a:ext cx="269748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87952" y="1143000"/>
            <a:ext cx="713232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87952" y="114300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19933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395728"/>
            <a:ext cx="242316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alerts fire after the fact. Manual investigation consumes hours per incident.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9601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35040" y="960120"/>
            <a:ext cx="26974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022592" y="1143000"/>
            <a:ext cx="713232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022592" y="114300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72200" y="199339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Explainability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2395728"/>
            <a:ext cx="242316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alerts give no mitigation path, owner, or timeframe — teams don't know what to do next.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supply chain intelligence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 — no SQL, no dashboards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(BM25 + Chroma) grounds every answer in real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specialist agents: Supplier · Shipment · Inventory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validates quality before the answer reaches you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alerts scan thresholds every 15 minutes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 (thumbs up/down) reweights future retrieval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192024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46320" y="12801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846320" y="2011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Coverage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0" y="1005840"/>
            <a:ext cx="192024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49440" y="12801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949440" y="2011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Types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2834640"/>
            <a:ext cx="192024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31089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84632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API-First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34640"/>
            <a:ext cx="192024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949440" y="31089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94944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Response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96012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28600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Guardrails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188720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61872" y="960120"/>
            <a:ext cx="96012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261872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(Exact+Semantic)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21992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295144" y="960120"/>
            <a:ext cx="960120" cy="7772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295144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(Rewrite+Intent)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55264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28416" y="960120"/>
            <a:ext cx="960120" cy="777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28416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88536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361688" y="960120"/>
            <a:ext cx="96012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61688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21808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394960" y="960120"/>
            <a:ext cx="96012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94960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parallel)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55080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428232" y="960120"/>
            <a:ext cx="960120" cy="77724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28232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+Judge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88352" y="1325880"/>
            <a:ext cx="73152" cy="5486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61504" y="960120"/>
            <a:ext cx="96012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61504" y="960120"/>
            <a:ext cx="960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Guard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" y="2011680"/>
            <a:ext cx="8686800" cy="7315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28600" y="2103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Layer: CSV (100 rows) · Chroma DB · BM25 Index · SQLite (alerts / feedback) · Uploaded Docs (PDF · DOCX · XLSX · URL…)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" y="25146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Escalation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specialists escalate to the supervisor via reducer-merged shared state    </a:t>
            </a:r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MemorySaver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per-thread conversation memory across calls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" y="44805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LangGraph · Chroma · BM25 · MS-MARCO Reranker · OpenAI Gateway · Groq Fallback · LangSmith Tracing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0" y="4160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68680"/>
            <a:ext cx="9144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914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ORCHESTRATOR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+ LLM routing — decides which specialists to invoke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54880" y="86868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37760" y="914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SPECIALIST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937760" y="9144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rates, inspection results, lead-time risk, Pydantic output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856232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74320" y="1856232"/>
            <a:ext cx="91440" cy="8229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19019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Agent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23134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SPECIALIST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7200" y="190195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Carrier/route delay hotspots, disruption_index per region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856232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754880" y="1856232"/>
            <a:ext cx="9144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937760" y="19019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Agent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23134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SPECIALIST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937760" y="190195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prediction, demand forecast, reorder signals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2843784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74320" y="2843784"/>
            <a:ext cx="9144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288950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330098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SYNTHESISER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2889504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Synthesises specialist findings into structured action plan with owner + timeframe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2843784"/>
            <a:ext cx="420624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754880" y="2843784"/>
            <a:ext cx="91440" cy="82296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37760" y="288950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37760" y="330098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VALIDATOR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37760" y="2889504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rubric: actionable · grounded · prioritised · cited · scored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831336"/>
            <a:ext cx="8595360" cy="8229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74320" y="3831336"/>
            <a:ext cx="109728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38770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Agent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42885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OUTPUT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560320" y="3968496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FinalReport — markdown body + next steps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&amp; RAG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68680"/>
            <a:ext cx="914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8961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(keyword)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rank-bm25 over CSV records, top-20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527048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74320" y="1527048"/>
            <a:ext cx="9144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292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(semantic)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0136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text-embedding-3-small 1536-dim, top-20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185416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74320" y="2185416"/>
            <a:ext cx="91440" cy="5486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02920" y="221284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Fusion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459736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(k=60) — merges both lists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43784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74320" y="2843784"/>
            <a:ext cx="91440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871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Boost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118104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+25% / −20% score multiplier from thumbs up/down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502152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74320" y="3502152"/>
            <a:ext cx="91440" cy="5486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2920" y="352958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 Reranker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3776472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reranks to top-k — highest accuracy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4160520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74320" y="4160520"/>
            <a:ext cx="9144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Compression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44348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dedup + truncation — reduces token cost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577840" y="868680"/>
            <a:ext cx="155448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577840" y="1143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1536-dim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577840" y="1874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Embeddings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9480" y="868680"/>
            <a:ext cx="155448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269480" y="1143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269480" y="1874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2697480"/>
            <a:ext cx="155448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577840" y="29718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57784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Constant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269480" y="2697480"/>
            <a:ext cx="155448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269480" y="29718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269480" y="3703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Threshold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Intelligence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97280" y="978408"/>
            <a:ext cx="11430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97840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4356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73736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(7 features, 15% contamination) — flags multi-feature outliers across defect rate, lead time, shipping time, costs, and stock levels.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023360" y="978408"/>
            <a:ext cx="114300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97840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10128" y="14356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Analysis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0128" y="173736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(numeric) + Cramér's V (categorical) — surfaces hidden cross-signal patterns between supplier metrics and shipment delays.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86868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949440" y="978408"/>
            <a:ext cx="1143000" cy="38404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949440" y="97840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36208" y="143560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Intelligence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173736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 + stockout prediction. Reorder signals computed per-SKU with safety-stock buffers.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278892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97280" y="2898648"/>
            <a:ext cx="1143000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97280" y="289864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33558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Cross-Region Disruption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" y="365760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disruption_index per warehouse location. Regional heatmap of delayed shipments, defect rates, and inventory gaps.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0" y="278892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023360" y="2898648"/>
            <a:ext cx="114300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023360" y="289864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10128" y="33558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Alerting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10128" y="365760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runs threshold scans every 15 min. Alerts stored in SQLite, surfaced via GET /api/alerts.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26480" y="2788920"/>
            <a:ext cx="2788920" cy="1737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949440" y="2898648"/>
            <a:ext cx="114300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949440" y="2898648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+/-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36208" y="33558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Reweighting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36208" y="3657600"/>
            <a:ext cx="25603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Thumbs up/down stored in SQLite → get_boost_map() → RRF score × 1.25 boost or × 0.8 penalty before reranking.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Guardrails &amp; Evaluation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74320" y="1280160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75488" y="13167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59105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· injection patterns · scope filter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2029968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74320" y="2029968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5488" y="2066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guardrails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234086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entity check (supplier/SKU allowlist) · citation verification · PII scrub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779776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4320" y="2779776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5488" y="281635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" y="30906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pipeline if Judge &lt; 0.5 quality score (dynamic: 0 retries (Groq) · 1 retry (GPT-4o-mini))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29584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" y="3529584"/>
            <a:ext cx="73152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5488" y="3566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+ semantic cache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" y="38404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exact-match + cosine ≥ 0.93 semantic cache prevents redundant LLM calls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63440" y="8229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(5 Golden Cases)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663440" y="1280160"/>
            <a:ext cx="420624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46320" y="1325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600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≥ 0.70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764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grounded in retrieved context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103120"/>
            <a:ext cx="420624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4632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4231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≥ 0.70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46320" y="2587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the query intent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2926080"/>
            <a:ext cx="420624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846320" y="2971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Quality (GEval)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2461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≥ 0.70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1071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· Grounded · Prioritised · Risk scored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3440" y="42976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Run: python -m scripts.eval   |   Results: GET /api/eval/results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 (10 minutes)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6868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86868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94183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Console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12344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http://localhost:5173 — AI-assistant chat UI with sticky input and Recent queries panel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520440" y="94183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440" y="94183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1 min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86868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754880" y="86868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86868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94183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49240" y="12344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suppliers are creating the most quality risk?" — watch agent pipeline trace: Rewrite → Supervisor → Retrieve → Specialist agents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01000" y="94183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001000" y="94183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2 min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19456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74320" y="219456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4320" y="219456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226771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25603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plan with priority actions, owner roles, timeframes, risk score /10, Judge verdict, citations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20440" y="226771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520440" y="226771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1 min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19456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754880" y="219456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54880" y="219456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49240" y="226771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49240" y="256032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risk ranking, shipment delay heatmap, inventory stockout prediction, anomaly scores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01000" y="226771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001000" y="226771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2 min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352044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74320" y="352044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74320" y="352044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8680" y="359359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8680" y="38862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PDF/DOCX — system ingests, chunks, embeds, and immediately includes in retrieval context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520440" y="359359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520440" y="35935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1 min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54880" y="3520440"/>
            <a:ext cx="4206240" cy="118872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754880" y="3520440"/>
            <a:ext cx="50292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754880" y="352044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349240" y="359359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Alerts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49240" y="38862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/api/alerts — live threshold violations: defect rate, delay rate, stockout, anomaly score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001000" y="3593592"/>
            <a:ext cx="822960" cy="228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001000" y="35935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1 min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74320" y="48006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+ 2 minutes Q&amp;A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0116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7548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Hybrid RAG (BM25 + Chroma + RRF + reranker + feedback boost)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7-node LangGraph pipeline with A2A escalation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IsolationForest anomaly detection + correlation analysis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Proactive APScheduler alerts (supplier / shipment / inventory / anomaly)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Demand forecast + stockout prediction per-SKU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8-page React AI-assistant UI with thumbs up/down feedback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DeepEval harness (3 metrics, 5 golden cases) + /api/eval/results</a:t>
            </a:r>
            <a:endParaRPr lang="en-US" sz="1100" dirty="0"/>
          </a:p>
          <a:p>
            <a:pPr marL="342900" indent="-342900">
              <a:buSzPct val="100000"/>
              <a:buChar char="✓"/>
            </a:pPr>
            <a:r>
              <a:rPr lang="en-US" sz="11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Full REST API · render.yaml deployment · DESIGN.md · README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394960" y="2011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94960" y="77724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 (/api/query/stream)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LLM calls in specialists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suite + CI pipeline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Tool-using agents (mid-reasoning analytics)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Per-doc chunk deletion from Chroma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for scanned PDFs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rate limiting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Supply Chain Risk Intelligence Assistant</dc:title>
  <dc:subject>PptxGenJS Presentation</dc:subject>
  <dc:creator>Supply Chain Risk AI Team</dc:creator>
  <cp:lastModifiedBy>Supply Chain Risk AI Team</cp:lastModifiedBy>
  <cp:revision>1</cp:revision>
  <dcterms:created xsi:type="dcterms:W3CDTF">2026-05-30T12:50:24Z</dcterms:created>
  <dcterms:modified xsi:type="dcterms:W3CDTF">2026-05-30T12:50:24Z</dcterms:modified>
</cp:coreProperties>
</file>